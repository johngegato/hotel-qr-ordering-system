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Hotel QR Ordering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Guest Experience + Staff Operations + Admin Control in One Hospitality Platform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9921240" y="1051560"/>
            <a:ext cx="146304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06424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Monorepo solution for a hotel guest experience and staff operations platform.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Built around a QR-based guest flow, real-time staff queues, and centralized admin controls.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Designed for multi-property operation using hotel_id scoping and shared Supabase infrastructure.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Primary goals: speed, transparency, automation, and reduced front desk workload.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Core Business Value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t>For Hotel Guests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Scan room QR code to order food, request services, or book spa treatments.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No app download required for the guest experience.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Live status tracking reduces uncertainty and repetitive front desk calls.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For Staff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Respond to real-time queue items from one tablet screen.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View SLA, pending requests, and call handling in one workflow.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Reduce manual coordination and improve service response times.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064240" cy="5943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Frontend apps: Next.js guest/admin web portal and Expo React Native staff app.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Shared backend: Supabase PostgreSQL with row-level security, tables, audits, and realtime subscriptions.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Guest QR code flow validates room_id + qr_auth_hash before creating a secure session.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All records are tenant-scoped by hotel_id to support hotel-level separation and data safety.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Guest Experience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4F46E5"/>
                </a:solidFill>
              </a:defRPr>
            </a:pPr>
            <a:r>
              <a:t>Guest Web App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Room QR opens a guest experience page.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Guest can order dining, request housekeeping/tasks, book spa, and call front desk.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Request status updates appear in real time through the guest UI.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Guest Journey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One-tap actions reduce friction and response time.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Session persists through QR validation and guest session tracking.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Dynamic branding pulls the hotel name from settings instead of hardcoded values.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064240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Staff App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Staff login opens a central operations dashboard with active request queues.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Queues include call requests, spa bookings, food orders, and room tasks.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The app handles status changes, claim actions, SLA checks, and guest phone calls.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It can also send push alerts, reminders, and live call notifications for urgent jobs.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457200"/>
            <a:ext cx="11430000" cy="1280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Admin Web Portal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11155680" cy="6400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400">
                <a:solidFill>
                  <a:srgbClr val="FFFFFF"/>
                </a:solidFill>
              </a:defRPr>
            </a:pPr>
            <a:r>
              <a:t>Admin Web Portal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Hotel settings and branding are centrally managed by property name, phone, theme, and logo.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Staff account management includes CRUD controls, role assignment, and access status.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Analytics provide revenue, SLA, and operational performance insights.</a:t>
            </a:r>
          </a:p>
          <a:p>
            <a:pPr>
              <a:spcAft>
                <a:spcPts val="1400"/>
              </a:spcAft>
              <a:defRPr sz="2000">
                <a:solidFill>
                  <a:srgbClr val="FFFFFF"/>
                </a:solidFill>
              </a:defRPr>
            </a:pPr>
            <a:r>
              <a:t>• Function room booking module includes rooms, rental equipment, bookings, and scheduling 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698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Key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Guest &amp; Ops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Food ordering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Spa reservations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Task requests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Guest call handling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Live status tracking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6309360" y="1097280"/>
            <a:ext cx="5212080" cy="4754880"/>
          </a:xfrm>
          <a:prstGeom prst="rect">
            <a:avLst/>
          </a:prstGeom>
          <a:solidFill>
            <a:srgbClr val="0F172A"/>
          </a:solidFill>
          <a:ln w="1524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4D399"/>
                </a:solidFill>
              </a:defRPr>
            </a:pPr>
            <a:r>
              <a:t>Admin &amp; Backend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Hotel settings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Analytics dashboard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Function room booking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Audit logs</a:t>
            </a:r>
          </a:p>
          <a:p>
            <a:pPr>
              <a:spcAft>
                <a:spcPts val="800"/>
              </a:spcAft>
              <a:defRPr sz="1500">
                <a:solidFill>
                  <a:srgbClr val="FFFFFF"/>
                </a:solidFill>
              </a:defRPr>
            </a:pPr>
            <a:r>
              <a:t>• User management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064240" cy="59436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Next.js for guest-facing and administrative web portals.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Expo / React Native for the staff tablet app on Android.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Supabase for Postgres, auth, row-level security, realtime, and notifications.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Additional integrations: Agora RTC for live voice calls, Expo OTA updates, and push notifications.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Rectangle 2"/>
          <p:cNvSpPr/>
          <p:nvPr/>
        </p:nvSpPr>
        <p:spPr>
          <a:xfrm>
            <a:off x="502920" y="411480"/>
            <a:ext cx="11064240" cy="594360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2200" b="1">
                <a:solidFill>
                  <a:srgbClr val="FFFFFF"/>
                </a:solidFill>
              </a:defRPr>
            </a:pPr>
            <a:r>
              <a:t>Project Outcome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6984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A single hospitality operations system unifying guest requests, staff queues, and admin controls.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The platform reduces hotel service friction while improving accountability and response time.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It is structured for growth into additional departments, hotel brands, and future automation features.</a:t>
            </a:r>
          </a:p>
          <a:p>
            <a:pPr>
              <a:spcAft>
                <a:spcPts val="1000"/>
              </a:spcAft>
              <a:defRPr sz="2000">
                <a:solidFill>
                  <a:srgbClr val="FFFFFF"/>
                </a:solidFill>
              </a:defRPr>
            </a:pPr>
            <a:r>
              <a:t>• This repo is suitable for company presentation as a realistic hotel operations platform MVP / production-ready prototype.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06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Questions and discussion: functionality, architecture, deployment, and future expansion options</a:t>
            </a:r>
          </a:p>
        </p:txBody>
      </p:sp>
      <p:sp>
        <p:nvSpPr>
          <p:cNvPr id="7" name="Rectangle 6"/>
          <p:cNvSpPr/>
          <p:nvPr/>
        </p:nvSpPr>
        <p:spPr>
          <a:xfrm rot="900000">
            <a:off x="9921240" y="1051560"/>
            <a:ext cx="1463040" cy="146304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/>
            </a:pPr>
            <a:r>
              <a:t>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